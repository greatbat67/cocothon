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xExy/IK8OELmyIl1jzm1KOhQA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39ceb26c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39ceb2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E-Commerce Customer &amp; Seller Intelligence Platform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CoCo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-Powered Real-Time Analytics on Snowflake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r>
              <a:rPr lang="en-US"/>
              <a:t> Team Persona Pulse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&gt;Ronak laddha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&gt;Suhas Pachpute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&gt;Ayushi Soni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March 2026</a:t>
            </a:r>
            <a:endParaRPr/>
          </a:p>
        </p:txBody>
      </p:sp>
      <p:pic>
        <p:nvPicPr>
          <p:cNvPr descr="Beautify this slide"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churn goes undetected until revenue is already lost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&amp; RTO risks are </a:t>
            </a:r>
            <a:r>
              <a:rPr lang="en-US"/>
              <a:t>not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identified reactively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Seller quality lacks continuous monitoring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spend not optimized per persona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unified 360° view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analytics = stale decisions</a:t>
            </a:r>
            <a:endParaRPr/>
          </a:p>
        </p:txBody>
      </p:sp>
      <p:pic>
        <p:nvPicPr>
          <p:cNvPr descr="Beautify this slide" id="93" name="Google Shape;9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 (Overview)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Unified 360° views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LLM-powered enrichment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RFM segmentation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forecasts (churn, CLV)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pipeline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/>
          </a:p>
        </p:txBody>
      </p:sp>
      <p:pic>
        <p:nvPicPr>
          <p:cNvPr descr="Beautify this slide" id="100" name="Google Shape;1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Flow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→ Gold Layer → AI Enrichment → RFM Segmentation → Forecast Engine → Real-Time Pipeline → Dashboard&gt;Chat a</a:t>
            </a:r>
            <a:r>
              <a:rPr lang="en-US"/>
              <a:t>nd research feature &gt; alters</a:t>
            </a:r>
            <a:endParaRPr/>
          </a:p>
        </p:txBody>
      </p:sp>
      <p:pic>
        <p:nvPicPr>
          <p:cNvPr descr="recreate" id="107" name="Google Shape;10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5" y="2"/>
            <a:ext cx="906674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Capabilities (Cortex Functions)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COMPLETE, SUMMARIZE, SENTIMENT, CLASSIFY_TEXT,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EXTRACT_ANSWER, TRANSLATE, EMBED_TEXT_1024</a:t>
            </a:r>
            <a:endParaRPr/>
          </a:p>
        </p:txBody>
      </p:sp>
      <p:pic>
        <p:nvPicPr>
          <p:cNvPr descr="Beautify this slide" id="114" name="Google Shape;11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9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Forecast Highlights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Churn probability, forecasting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CLV projection and optimisation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Tier migration and remedies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Upsell score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at risk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Retention priority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Recommended actions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Synthetic identity and transaction fraud detection</a:t>
            </a:r>
            <a:endParaRPr/>
          </a:p>
        </p:txBody>
      </p:sp>
      <p:pic>
        <p:nvPicPr>
          <p:cNvPr descr="Beautify this slide" id="121" name="Google Shape;12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Pipeline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→ Stream → Dynamic Tables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stored procedures for ingesting and updating new data insights in real 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churn scores, CLV updates, remedies and forecasting</a:t>
            </a:r>
            <a:r>
              <a:rPr lang="en-US"/>
              <a:t>, fraud detection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Alerts via mail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Chatbot feature for </a:t>
            </a:r>
            <a:r>
              <a:rPr lang="en-US"/>
              <a:t>research</a:t>
            </a:r>
            <a:r>
              <a:rPr lang="en-US"/>
              <a:t> and data exploration</a:t>
            </a:r>
            <a:endParaRPr/>
          </a:p>
        </p:txBody>
      </p:sp>
      <p:pic>
        <p:nvPicPr>
          <p:cNvPr descr="Beautify this slide" id="128" name="Google Shape;12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Alerts, Table Browser, Customer Insights, Seller Insights,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Analytics, Customer Forecast, Seller Forecast</a:t>
            </a:r>
            <a:endParaRPr/>
          </a:p>
        </p:txBody>
      </p:sp>
      <p:sp>
        <p:nvSpPr>
          <p:cNvPr id="135" name="Google Shape;135;p9"/>
          <p:cNvSpPr txBox="1"/>
          <p:nvPr>
            <p:ph type="title"/>
          </p:nvPr>
        </p:nvSpPr>
        <p:spPr>
          <a:xfrm>
            <a:off x="-1632525" y="3635613"/>
            <a:ext cx="57393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75" lIns="63750" spcFirstLastPara="1" rIns="63750" wrap="square" tIns="3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69"/>
              <a:buFont typeface="Calibri"/>
              <a:buNone/>
            </a:pPr>
            <a:r>
              <a:rPr lang="en-US" sz="30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3068"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57200" y="4267671"/>
            <a:ext cx="43743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875" lIns="63750" spcFirstLastPara="1" rIns="63750" wrap="square" tIns="31875">
            <a:normAutofit/>
          </a:bodyPr>
          <a:lstStyle/>
          <a:p>
            <a:pPr indent="-239137" lvl="0" marL="23913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32"/>
              <a:buChar char="•"/>
            </a:pPr>
            <a:r>
              <a:rPr lang="en-US" sz="223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Snowflake, Cortex AI, RFM, Streams, Tasks,</a:t>
            </a:r>
            <a:endParaRPr sz="2231"/>
          </a:p>
          <a:p>
            <a:pPr indent="-239137" lvl="0" marL="239137" rtl="0" algn="l">
              <a:spcBef>
                <a:spcPts val="446"/>
              </a:spcBef>
              <a:spcAft>
                <a:spcPts val="0"/>
              </a:spcAft>
              <a:buClr>
                <a:schemeClr val="dk1"/>
              </a:buClr>
              <a:buSzPts val="2232"/>
              <a:buChar char="•"/>
            </a:pPr>
            <a:r>
              <a:rPr lang="en-US" sz="223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Streamlit, SQL, Python</a:t>
            </a:r>
            <a:endParaRPr sz="2231"/>
          </a:p>
        </p:txBody>
      </p:sp>
      <p:pic>
        <p:nvPicPr>
          <p:cNvPr descr="Beautify this slide" id="137" name="Google Shape;13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real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ML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model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optimization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/>
          </a:p>
        </p:txBody>
      </p:sp>
      <p:pic>
        <p:nvPicPr>
          <p:cNvPr descr="Beautify this slide" id="144" name="Google Shape;14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g3da39ceb26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71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