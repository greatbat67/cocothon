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jUxZ85UiXwE5ixHt7944/7hJEs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a54656be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a54656b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a54656be1_0_1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a54656be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39ceb26c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a39ceb2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54656be1_0_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da54656be1_0_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g3da54656be1_0_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E-Commerce Customer &amp; Seller Intelligence Platform</a:t>
            </a:r>
            <a:endParaRPr/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CoCo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-Powered Real-Time Analytics on Snowflake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r>
              <a:rPr lang="en-US"/>
              <a:t> Team Persona Pulse 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&gt;Ronak laddha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&gt;Suhas Pachpute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&gt;Ayushi Soni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March 2026</a:t>
            </a:r>
            <a:endParaRPr/>
          </a:p>
        </p:txBody>
      </p:sp>
      <p:pic>
        <p:nvPicPr>
          <p:cNvPr descr="Beautify this slide" id="90" name="Google Shape;9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da54656be1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54656be1_0_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a54656be1_0_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g3da54656be1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Capabilities (Cortex Functions)</a:t>
            </a:r>
            <a:endParaRPr/>
          </a:p>
        </p:txBody>
      </p:sp>
      <p:sp>
        <p:nvSpPr>
          <p:cNvPr id="108" name="Google Shape;108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COMPLETE, SUMMARIZE, SENTIMENT, CLASSIFY_TEXT,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EXTRACT_ANSWER, TRANSLATE, EMBED_TEXT_1024</a:t>
            </a:r>
            <a:endParaRPr/>
          </a:p>
        </p:txBody>
      </p:sp>
      <p:pic>
        <p:nvPicPr>
          <p:cNvPr descr="Beautify this slide" id="109" name="Google Shape;10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9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/>
          </a:p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real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ML models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Semantic model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optimization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/>
          </a:p>
        </p:txBody>
      </p:sp>
      <p:pic>
        <p:nvPicPr>
          <p:cNvPr descr="Beautify this slide" id="116" name="Google Shape;11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1" name="Google Shape;121;g3da39ceb26c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71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